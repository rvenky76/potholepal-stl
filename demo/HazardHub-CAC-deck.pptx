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0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2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creen-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1140" y="914400"/>
            <a:ext cx="178308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>
                <a:solidFill>
                  <a:srgbClr val="F1F6FB"/>
                </a:solidFill>
                <a:latin typeface="Arial"/>
              </a:rPr>
              <a:t>HazardHub STL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0">
                <a:solidFill>
                  <a:srgbClr val="F2A33C"/>
                </a:solidFill>
                <a:latin typeface="Arial"/>
              </a:rPr>
              <a:t>Report any St. Louis road hazard in 15 seconds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49039"/>
            <a:ext cx="7315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9BB0C4"/>
                </a:solidFill>
                <a:latin typeface="Arial"/>
              </a:rPr>
              <a:t>Snap a photo, pin the spot, and HazardHub routes it to the right</a:t>
            </a:r>
          </a:p>
          <a:p>
            <a:pPr algn="l">
              <a:lnSpc>
                <a:spcPct val="120000"/>
              </a:lnSpc>
            </a:pPr>
            <a:r>
              <a:rPr sz="2000" b="0">
                <a:solidFill>
                  <a:srgbClr val="9BB0C4"/>
                </a:solidFill>
                <a:latin typeface="Arial"/>
              </a:rPr>
              <a:t>agency with a report ready to send.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264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9BB0C4"/>
                </a:solidFill>
                <a:latin typeface="Arial"/>
              </a:rPr>
              <a:t>Congressional App Challenge  ·  React Native / Expo / TypeScript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0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1F6FB"/>
                </a:solidFill>
                <a:latin typeface="Arial"/>
              </a:rP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371600"/>
            <a:ext cx="2011680" cy="54864"/>
          </a:xfrm>
          <a:prstGeom prst="rect">
            <a:avLst/>
          </a:prstGeom>
          <a:solidFill>
            <a:srgbClr val="F2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9BB0C4"/>
                </a:solidFill>
                <a:latin typeface="Arial"/>
              </a:rPr>
              <a:t>Potholes wreck tires and cause crashes — and in St. Louis, reporting one is</a:t>
            </a:r>
          </a:p>
          <a:p>
            <a:pPr algn="l">
              <a:lnSpc>
                <a:spcPct val="125000"/>
              </a:lnSpc>
            </a:pPr>
            <a:r>
              <a:rPr sz="2200" b="0">
                <a:solidFill>
                  <a:srgbClr val="9BB0C4"/>
                </a:solidFill>
                <a:latin typeface="Arial"/>
              </a:rPr>
              <a:t>weirdly hard. Road responsibility is split across THREE agencies by who owns</a:t>
            </a:r>
          </a:p>
          <a:p>
            <a:pPr algn="l">
              <a:lnSpc>
                <a:spcPct val="125000"/>
              </a:lnSpc>
            </a:pPr>
            <a:r>
              <a:rPr sz="2200" b="0">
                <a:solidFill>
                  <a:srgbClr val="9BB0C4"/>
                </a:solidFill>
                <a:latin typeface="Arial"/>
              </a:rPr>
              <a:t>the road, and none of them has a real mobile app:</a:t>
            </a:r>
          </a:p>
          <a:p>
            <a:pPr algn="l">
              <a:lnSpc>
                <a:spcPct val="125000"/>
              </a:lnSpc>
            </a:pPr>
            <a:r>
              <a:rPr sz="2200" b="0">
                <a:solidFill>
                  <a:srgbClr val="9BB0C4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2200" b="0">
                <a:solidFill>
                  <a:srgbClr val="9BB0C4"/>
                </a:solidFill>
                <a:latin typeface="Arial"/>
              </a:rPr>
              <a:t>• MoDOT (state highways) — a long web form with a CAPTCHA, or a phone line</a:t>
            </a:r>
          </a:p>
          <a:p>
            <a:pPr algn="l">
              <a:lnSpc>
                <a:spcPct val="125000"/>
              </a:lnSpc>
            </a:pPr>
            <a:r>
              <a:rPr sz="2200" b="0">
                <a:solidFill>
                  <a:srgbClr val="9BB0C4"/>
                </a:solidFill>
                <a:latin typeface="Arial"/>
              </a:rPr>
              <a:t>• City of St. Louis — Citizens’ Service Bureau web form + phone</a:t>
            </a:r>
          </a:p>
          <a:p>
            <a:pPr algn="l">
              <a:lnSpc>
                <a:spcPct val="125000"/>
              </a:lnSpc>
            </a:pPr>
            <a:r>
              <a:rPr sz="2200" b="0">
                <a:solidFill>
                  <a:srgbClr val="9BB0C4"/>
                </a:solidFill>
                <a:latin typeface="Arial"/>
              </a:rPr>
              <a:t>• St. Louis County — a separate phone line</a:t>
            </a:r>
          </a:p>
          <a:p>
            <a:pPr algn="l">
              <a:lnSpc>
                <a:spcPct val="125000"/>
              </a:lnSpc>
            </a:pPr>
            <a:r>
              <a:rPr sz="2200" b="0">
                <a:solidFill>
                  <a:srgbClr val="9BB0C4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2200" b="0">
                <a:solidFill>
                  <a:srgbClr val="9BB0C4"/>
                </a:solidFill>
                <a:latin typeface="Arial"/>
              </a:rPr>
              <a:t>So a resident has to guess which agency owns the road, find the form, and</a:t>
            </a:r>
          </a:p>
          <a:p>
            <a:pPr algn="l">
              <a:lnSpc>
                <a:spcPct val="125000"/>
              </a:lnSpc>
            </a:pPr>
            <a:r>
              <a:rPr sz="2200" b="0">
                <a:solidFill>
                  <a:srgbClr val="9BB0C4"/>
                </a:solidFill>
                <a:latin typeface="Arial"/>
              </a:rPr>
              <a:t>describe a location from memory. Most people just don’t — and the pothole stays.</a:t>
            </a:r>
          </a:p>
          <a:p>
            <a:pPr algn="l">
              <a:lnSpc>
                <a:spcPct val="125000"/>
              </a:lnSpc>
            </a:pPr>
            <a:r>
              <a:rPr sz="2200" b="0">
                <a:solidFill>
                  <a:srgbClr val="9BB0C4"/>
                </a:solidFill>
                <a:latin typeface="Arial"/>
              </a:rPr>
              <a:t>(Same friction for a downed tree, flooding, a dead deer, or a dark signal.)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02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1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087" y="365760"/>
            <a:ext cx="10891520" cy="61264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0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1F6FB"/>
                </a:solidFill>
                <a:latin typeface="Arial"/>
              </a:rPr>
              <a:t>What it does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280160"/>
            <a:ext cx="2011680" cy="54864"/>
          </a:xfrm>
          <a:prstGeom prst="rect">
            <a:avLst/>
          </a:prstGeom>
          <a:solidFill>
            <a:srgbClr val="F2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reen-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3388" y="1554480"/>
            <a:ext cx="1491303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103120" y="58064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2A33C"/>
                </a:solidFill>
                <a:latin typeface="Arial"/>
              </a:rPr>
              <a:t>Capture · locate · route</a:t>
            </a:r>
          </a:p>
        </p:txBody>
      </p:sp>
      <p:pic>
        <p:nvPicPr>
          <p:cNvPr id="6" name="Picture 5" descr="screen-settin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3459" y="1554480"/>
            <a:ext cx="1943641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9359" y="58064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2A33C"/>
                </a:solidFill>
                <a:latin typeface="Arial"/>
              </a:rPr>
              <a:t>Theme · how it works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02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2-hon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087" y="365760"/>
            <a:ext cx="10891520" cy="61264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02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3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087" y="365760"/>
            <a:ext cx="10891520" cy="61264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0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2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1F6FB"/>
                </a:solidFill>
                <a:latin typeface="Arial"/>
              </a:rPr>
              <a:t>Make reporting so easy people actually do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>
                <a:solidFill>
                  <a:srgbClr val="9BB0C4"/>
                </a:solidFill>
                <a:latin typeface="Arial"/>
              </a:rPr>
              <a:t>A real, installable app that turns a multi-step scavenger hunt into four taps.</a:t>
            </a:r>
          </a:p>
          <a:p>
            <a:pPr algn="l">
              <a:lnSpc>
                <a:spcPct val="130000"/>
              </a:lnSpc>
            </a:pPr>
            <a:r>
              <a:rPr sz="2200" b="0">
                <a:solidFill>
                  <a:srgbClr val="9BB0C4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2200" b="0">
                <a:solidFill>
                  <a:srgbClr val="9BB0C4"/>
                </a:solidFill>
                <a:latin typeface="Arial"/>
              </a:rPr>
              <a:t>Next: a roads dataset for exact per-street routing, status follow-up, and other</a:t>
            </a:r>
          </a:p>
          <a:p>
            <a:pPr algn="l">
              <a:lnSpc>
                <a:spcPct val="130000"/>
              </a:lnSpc>
            </a:pPr>
            <a:r>
              <a:rPr sz="2200" b="0">
                <a:solidFill>
                  <a:srgbClr val="9BB0C4"/>
                </a:solidFill>
                <a:latin typeface="Arial"/>
              </a:rPr>
              <a:t>hazards — downed signs, broken lights, missing curb cuts.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2A33C"/>
                </a:solidFill>
                <a:latin typeface="Arial"/>
              </a:rPr>
              <a:t>A community reporting assistant. Not affiliated with MoDOT or the City/County.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