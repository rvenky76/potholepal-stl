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creen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1140" y="914400"/>
            <a:ext cx="1783080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1F6FB"/>
                </a:solidFill>
                <a:latin typeface="Arial"/>
              </a:rPr>
              <a:t>HazardHub STL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0">
                <a:solidFill>
                  <a:srgbClr val="F2A33C"/>
                </a:solidFill>
                <a:latin typeface="Arial"/>
              </a:rPr>
              <a:t>Report any St. Louis road hazard in 15 seconds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Snap a photo, pin the spot, and HazardHub routes it to the right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agency with a report ready to send.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BB0C4"/>
                </a:solidFill>
                <a:latin typeface="Arial"/>
              </a:rPr>
              <a:t>Congressional App Challenge  ·  React Native / Expo / TypeScript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1F6FB"/>
                </a:solidFill>
                <a:latin typeface="Arial"/>
              </a:rP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2011680" cy="54864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Potholes wreck tires and cause crashes — and in St. Louis, reporting one is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weirdly hard. Road responsibility is split across THREE agencies by who owns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the road, and none of them has a real mobile app: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• MoDOT (state highways) — a long web form with a CAPTCHA, or a phone line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• City of St. Louis — Citizens’ Service Bureau web form + phone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• St. Louis County — a separate phone line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So a resident has to guess which agency owns the road, find the form, and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describe a location from memory. Most people just don’t — and the pothole stays.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B0C4"/>
                </a:solidFill>
                <a:latin typeface="Arial"/>
              </a:rPr>
              <a:t>(Same friction for a downed tree, flooding, a dead deer, or a dark signal.)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1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87" y="365760"/>
            <a:ext cx="10891520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1F6FB"/>
                </a:solidFill>
                <a:latin typeface="Arial"/>
              </a:rPr>
              <a:t>What it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2011680" cy="54864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F2A33C"/>
                </a:solidFill>
                <a:latin typeface="Arial"/>
              </a:rPr>
              <a:t>14 hazard &amp; incident types  ·  one-tap routing  ·  live hazard map</a:t>
            </a:r>
          </a:p>
        </p:txBody>
      </p:sp>
      <p:pic>
        <p:nvPicPr>
          <p:cNvPr id="5" name="Picture 4" descr="screen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598" y="1645920"/>
            <a:ext cx="1458883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03120" y="5806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2A33C"/>
                </a:solidFill>
                <a:latin typeface="Arial"/>
              </a:rPr>
              <a:t>14 types · capture · route</a:t>
            </a:r>
          </a:p>
        </p:txBody>
      </p:sp>
      <p:pic>
        <p:nvPicPr>
          <p:cNvPr id="7" name="Picture 6" descr="screen-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85" y="1645920"/>
            <a:ext cx="1901388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59" y="58064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2A33C"/>
                </a:solidFill>
                <a:latin typeface="Arial"/>
              </a:rPr>
              <a:t>Theme · how it works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1F6FB"/>
                </a:solidFill>
                <a:latin typeface="Arial"/>
              </a:rPr>
              <a:t>More than potholes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371600"/>
            <a:ext cx="2011680" cy="54864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5669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One capture → locate → route → compose flow,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now across 14 types: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• Maintenance hazards: potholes, trees,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   flooding, dead animals, signal/light,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   signs, debris, sidewalk, storm/ice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• Incidents: accidents, disabled vehicles,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   road closures, downed power lines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Life-safety cases show a warning + one-tap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Call 911 — the app says plainly it does</a:t>
            </a:r>
          </a:p>
          <a:p>
            <a:pPr algn="l">
              <a:lnSpc>
                <a:spcPct val="120000"/>
              </a:lnSpc>
            </a:pPr>
            <a:r>
              <a:rPr sz="2000" b="0">
                <a:solidFill>
                  <a:srgbClr val="9BB0C4"/>
                </a:solidFill>
                <a:latin typeface="Arial"/>
              </a:rPr>
              <a:t>NOT dispatch help itself.</a:t>
            </a:r>
          </a:p>
        </p:txBody>
      </p:sp>
      <p:pic>
        <p:nvPicPr>
          <p:cNvPr id="5" name="Picture 4" descr="04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414587"/>
            <a:ext cx="5394960" cy="30346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2-hon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87" y="365760"/>
            <a:ext cx="10891520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03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87" y="365760"/>
            <a:ext cx="10891520" cy="6126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2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1F6FB"/>
                </a:solidFill>
                <a:latin typeface="Arial"/>
              </a:rPr>
              <a:t>Make reporting so easy people actually do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9BB0C4"/>
                </a:solidFill>
                <a:latin typeface="Arial"/>
              </a:rPr>
              <a:t>A real, installable app that turns a multi-step scavenger hunt into a few taps —</a:t>
            </a:r>
          </a:p>
          <a:p>
            <a:pPr algn="l">
              <a:lnSpc>
                <a:spcPct val="125000"/>
              </a:lnSpc>
            </a:pPr>
            <a:r>
              <a:rPr sz="2100" b="0">
                <a:solidFill>
                  <a:srgbClr val="9BB0C4"/>
                </a:solidFill>
                <a:latin typeface="Arial"/>
              </a:rPr>
              <a:t>across 14 hazard and incident types, with a map of what’s been reported.</a:t>
            </a:r>
          </a:p>
          <a:p>
            <a:pPr algn="l">
              <a:lnSpc>
                <a:spcPct val="125000"/>
              </a:lnSpc>
            </a:pPr>
            <a:r>
              <a:rPr sz="2100" b="0">
                <a:solidFill>
                  <a:srgbClr val="9BB0C4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2100" b="0">
                <a:solidFill>
                  <a:srgbClr val="9BB0C4"/>
                </a:solidFill>
                <a:latin typeface="Arial"/>
              </a:rPr>
              <a:t>Next: on-device AI to suggest the hazard type from the photo, a roads dataset for</a:t>
            </a:r>
          </a:p>
          <a:p>
            <a:pPr algn="l">
              <a:lnSpc>
                <a:spcPct val="125000"/>
              </a:lnSpc>
            </a:pPr>
            <a:r>
              <a:rPr sz="2100" b="0">
                <a:solidFill>
                  <a:srgbClr val="9BB0C4"/>
                </a:solidFill>
                <a:latin typeface="Arial"/>
              </a:rPr>
              <a:t>exact per-street routing, and a shared backend so the map goes community-wide</a:t>
            </a:r>
          </a:p>
          <a:p>
            <a:pPr algn="l">
              <a:lnSpc>
                <a:spcPct val="125000"/>
              </a:lnSpc>
            </a:pPr>
            <a:r>
              <a:rPr sz="2100" b="0">
                <a:solidFill>
                  <a:srgbClr val="9BB0C4"/>
                </a:solidFill>
                <a:latin typeface="Arial"/>
              </a:rPr>
              <a:t>with a municipal dashboard for faster agency response.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2A33C"/>
                </a:solidFill>
                <a:latin typeface="Arial"/>
              </a:rPr>
              <a:t>A community reporting assistant. Not affiliated with MoDOT or the City/County.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