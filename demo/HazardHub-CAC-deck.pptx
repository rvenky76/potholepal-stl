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reen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140" y="914400"/>
            <a:ext cx="178308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1F6FB"/>
                </a:solidFill>
                <a:latin typeface="Arial"/>
              </a:rPr>
              <a:t>HazardHub STL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F2A33C"/>
                </a:solidFill>
                <a:latin typeface="Arial"/>
              </a:rPr>
              <a:t>Report any St. Louis road hazard in 15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Snap a photo, pin the spot, and HazardHub routes it to the right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agency with a report ready to send.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BB0C4"/>
                </a:solidFill>
                <a:latin typeface="Arial"/>
              </a:rPr>
              <a:t>Congressional App Challenge  ·  React Native / Expo /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1F6FB"/>
                </a:solidFill>
                <a:latin typeface="Arial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2011680" cy="54864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Potholes wreck tires and cause crashes — and in St. Louis, reporting one is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weirdly hard. Road responsibility is split across THREE agencies by who owns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the road, and none of them has a real mobile app: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• MoDOT (state highways) — a long web form with a CAPTCHA, or a phone line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• City of St. Louis — Citizens’ Service Bureau web form + phone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• St. Louis County — a separate phone line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So a resident has to guess which agency owns the road, find the form, and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describe a location from memory. Most people just don’t — and the pothole stays.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9BB0C4"/>
                </a:solidFill>
                <a:latin typeface="Arial"/>
              </a:rPr>
              <a:t>(Same friction for a downed tree, flooding, a dead deer, or a dark signal.)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7" y="365760"/>
            <a:ext cx="108915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1F6FB"/>
                </a:solidFill>
                <a:latin typeface="Arial"/>
              </a:rPr>
              <a:t>What it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2011680" cy="54864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2A33C"/>
                </a:solidFill>
                <a:latin typeface="Arial"/>
              </a:rPr>
              <a:t>14 types  ·  on-device AI suggestion  ·  one-tap routing  ·  hazard map</a:t>
            </a:r>
          </a:p>
        </p:txBody>
      </p:sp>
      <p:pic>
        <p:nvPicPr>
          <p:cNvPr id="5" name="Picture 4" descr="screen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598" y="1645920"/>
            <a:ext cx="1458883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03120" y="5806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2A33C"/>
                </a:solidFill>
                <a:latin typeface="Arial"/>
              </a:rPr>
              <a:t>14 types · capture · route</a:t>
            </a:r>
          </a:p>
        </p:txBody>
      </p:sp>
      <p:pic>
        <p:nvPicPr>
          <p:cNvPr id="7" name="Picture 6" descr="screen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585" y="1645920"/>
            <a:ext cx="1901388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59" y="5806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2A33C"/>
                </a:solidFill>
                <a:latin typeface="Arial"/>
              </a:rPr>
              <a:t>Theme · how it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1F6FB"/>
                </a:solidFill>
                <a:latin typeface="Arial"/>
              </a:rPr>
              <a:t>More than potholes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2011680" cy="54864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One capture → locate → route → compose flow,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now across 14 types: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• Maintenance hazards: potholes, trees,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   flooding, dead animals, signal/light,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   signs, debris, sidewalk, storm/ice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• Incidents: accidents, disabled vehicles,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   road closures, downed power lines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Life-safety cases show a warning + one-tap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Call 911 — the app says plainly it does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9BB0C4"/>
                </a:solidFill>
                <a:latin typeface="Arial"/>
              </a:rPr>
              <a:t>NOT dispatch help itself.</a:t>
            </a:r>
          </a:p>
        </p:txBody>
      </p:sp>
      <p:pic>
        <p:nvPicPr>
          <p:cNvPr id="5" name="Picture 4" descr="04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414587"/>
            <a:ext cx="5394960" cy="30346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1F6FB"/>
                </a:solidFill>
                <a:latin typeface="Arial"/>
              </a:rPr>
              <a:t>AI that suggests — honestly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2011680" cy="54864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Take a photo → an on-device model suggests the hazard type with a confidence %.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• A model I trained on Google’s Teachable Machine — so it learns the actual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   classes (pothole, flooding, tree…), which a generic model can’t recognize.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• Runs on-device with TensorFlow.js (pure-JS backend). I switched to it after the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   usual RN ML library turned out incompatible with Expo’s New Architecture.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• It’s a SUGGESTION with a visible confidence score that the user confirms or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   overrides — and it says so. An AI that silently mislabels a downed power line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   as a pothole would be worse than no AI.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The honest, debuggable version of the feature — not a magic “detect anything” badge.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hon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7" y="365760"/>
            <a:ext cx="108915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7" y="365760"/>
            <a:ext cx="108915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2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1F6FB"/>
                </a:solidFill>
                <a:latin typeface="Arial"/>
              </a:rPr>
              <a:t>Make reporting so easy people actually do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A real, installable app that turns a multi-step scavenger hunt into a few taps —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across 14 hazard and incident types, with an on-device AI suggestion and a map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of what’s been reported.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Next: train the model on more photos for sharper suggestions, a roads dataset for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exact per-street routing, and a shared backend so the map goes community-wide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9BB0C4"/>
                </a:solidFill>
                <a:latin typeface="Arial"/>
              </a:rPr>
              <a:t>with a municipal dashboard for faster agency response.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2A33C"/>
                </a:solidFill>
                <a:latin typeface="Arial"/>
              </a:rPr>
              <a:t>A community reporting assistant. Not affiliated with MoDOT or the City/County.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