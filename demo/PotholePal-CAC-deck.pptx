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ee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720" y="914400"/>
            <a:ext cx="232391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1F6FB"/>
                </a:solidFill>
                <a:latin typeface="Arial"/>
              </a:rPr>
              <a:t>PotholePal STL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2A33C"/>
                </a:solidFill>
                <a:latin typeface="Arial"/>
              </a:rPr>
              <a:t>Report a St. Louis pothole in 15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Snap a photo, pin the spot, and PotholePal routes it to the right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agency with a report ready to send.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B0C4"/>
                </a:solidFill>
                <a:latin typeface="Arial"/>
              </a:rPr>
              <a:t>Congressional App Challenge  ·  React Native / Expo /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Potholes wreck tires and cause crashes — and in St. Louis, reporting one is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weirdly hard. Road responsibility is split across THREE agencies by who owns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the road, and none of them has a real mobile app: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MoDOT (state highways) — a long web form with a CAPTCHA, or a phone line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City of St. Louis — Citizens’ Service Bureau web form + phone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St. Louis County — a separate phone line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So a resident has to guess which agency owns the road, find the form, and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describe a location from memory. Most people just don’t — and the pothole stays.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219" y="1554480"/>
            <a:ext cx="194364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5806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2A33C"/>
                </a:solidFill>
                <a:latin typeface="Arial"/>
              </a:rPr>
              <a:t>Capture · locate · route</a:t>
            </a:r>
          </a:p>
        </p:txBody>
      </p:sp>
      <p:pic>
        <p:nvPicPr>
          <p:cNvPr id="6" name="Picture 5" descr="screen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459" y="1554480"/>
            <a:ext cx="194364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59" y="5806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2A33C"/>
                </a:solidFill>
                <a:latin typeface="Arial"/>
              </a:rPr>
              <a:t>Theme · 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ho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1F6FB"/>
                </a:solidFill>
                <a:latin typeface="Arial"/>
              </a:rPr>
              <a:t>Make reporting so easy people actually do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A real, installable app that turns a multi-step scavenger hunt into four taps.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Next: a roads dataset for exact per-street routing, status follow-up, and other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hazards — downed signs, broken lights, missing curb 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2A33C"/>
                </a:solidFill>
                <a:latin typeface="Arial"/>
              </a:rPr>
              <a:t>A community reporting assistant. Not affiliated with MoDOT or the City/County.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